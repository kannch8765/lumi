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457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FOR GOOD · KAGGLE CAPSTONE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0" b="1" spc="-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Lumi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10972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Multi-Agent System for Finding Free AI Learning Resources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3886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400507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886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4-layer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3886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9192" y="400507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3886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380 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886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400507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047488" y="3886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10-layer security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3886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6872" y="4005072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7196328" y="3886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60+ resources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github.com/kannch8765/lumi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 Cover — Kaggle Capstone</dc:title>
  <dc:subject>PptxGenJS Presentation</dc:subject>
  <dc:creator>kannch8765</dc:creator>
  <cp:lastModifiedBy>kannch8765</cp:lastModifiedBy>
  <cp:revision>1</cp:revision>
  <dcterms:created xsi:type="dcterms:W3CDTF">2026-06-25T11:34:57Z</dcterms:created>
  <dcterms:modified xsi:type="dcterms:W3CDTF">2026-06-25T11:34:57Z</dcterms:modified>
</cp:coreProperties>
</file>